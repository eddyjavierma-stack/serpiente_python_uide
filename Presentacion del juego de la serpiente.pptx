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5" r:id="rId6"/>
    <p:sldId id="266" r:id="rId7"/>
    <p:sldId id="267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57DE37D-B738-4817-B751-0C1B86D8B665}" type="datetime1">
              <a:rPr lang="es-ES" smtClean="0"/>
              <a:t>28/02/2026</a:t>
            </a:fld>
            <a:endParaRPr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45ACAF8E-318A-4EFE-8633-D9E72ABCE0ED}" type="slidenum">
              <a:rPr lang="es-ES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17BB30D9-D505-4352-B274-A1AB529BC646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5EE2CF44-2B13-41B4-A334-1CDF534EEBBF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9391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1899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2836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1790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92930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8309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8851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370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Rectángulo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D1AE6EBB-BEC9-4000-8D95-40B44C4E2CA6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rtlCol="0" anchor="b">
            <a:normAutofit/>
          </a:bodyPr>
          <a:lstStyle>
            <a:lvl1pPr algn="l" rtl="0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l" rtl="0">
              <a:buNone/>
              <a:defRPr sz="2000"/>
            </a:lvl2pPr>
            <a:lvl3pPr marL="914400" indent="0" algn="l" rtl="0">
              <a:buNone/>
              <a:defRPr sz="1800"/>
            </a:lvl3pPr>
            <a:lvl4pPr marL="1371600" indent="0" algn="l" rtl="0">
              <a:buNone/>
              <a:defRPr sz="1600"/>
            </a:lvl4pPr>
            <a:lvl5pPr marL="1828800" indent="0" algn="l" rtl="0">
              <a:buNone/>
              <a:defRPr sz="1600"/>
            </a:lvl5pPr>
            <a:lvl6pPr marL="2286000" indent="0" algn="l" rtl="0">
              <a:buNone/>
              <a:defRPr sz="1600"/>
            </a:lvl6pPr>
            <a:lvl7pPr marL="2743200" indent="0" algn="l" rtl="0">
              <a:buNone/>
              <a:defRPr sz="1600"/>
            </a:lvl7pPr>
            <a:lvl8pPr marL="3200400" indent="0" algn="l" rtl="0">
              <a:buNone/>
              <a:defRPr sz="1600"/>
            </a:lvl8pPr>
            <a:lvl9pPr marL="3657600" indent="0" algn="l" rtl="0">
              <a:buNone/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7CAF1BE7-5365-4137-AE14-A7C362FC891C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CCE83AA6-4601-4BF7-BD54-99DD2B193FD1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noProof="0" smtClean="0"/>
              <a:pPr algn="r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808DBE58-23DC-4EE9-8158-B69AC44D4A43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97C2EBBF-D49B-4842-B69E-CE552000DC09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algn="r"/>
            <a:fld id="{AF364E66-D00E-49A9-9E62-AB0485562249}" type="datetime1">
              <a:rPr lang="es-ES" smtClean="0"/>
              <a:pPr algn="r"/>
              <a:t>28/02/2026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6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8EB92E29-7FB2-4284-9496-FE061DBF8A30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FC1B432D-78E7-40AE-81C6-52773394A046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algn="r"/>
            <a:fld id="{E062C603-371F-4D8B-AFB8-8337237C6271}" type="datetime1">
              <a:rPr lang="es-ES" smtClean="0"/>
              <a:pPr algn="r"/>
              <a:t>28/02/2026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F03D15E0-E6C7-48CB-A009-DF16BCB95302}" type="datetime1">
              <a:rPr lang="es-ES" smtClean="0"/>
              <a:pPr/>
              <a:t>28/02/2026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algn="r"/>
            <a:fld id="{E31375A4-56A4-47D6-9801-1991572033F7}" type="slidenum">
              <a:rPr lang="es-ES" smtClean="0"/>
              <a:pPr algn="r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7408" y="692696"/>
            <a:ext cx="10058400" cy="1711037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6000" dirty="0"/>
              <a:t>EDDY MADRID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5400" y="3717032"/>
            <a:ext cx="10058400" cy="1368152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4000" dirty="0"/>
              <a:t>EXPLICACION DE JUEGO DE LA SERPIENTE</a:t>
            </a: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601200" cy="1143000"/>
          </a:xfrm>
        </p:spPr>
        <p:txBody>
          <a:bodyPr rtlCol="0"/>
          <a:lstStyle/>
          <a:p>
            <a:pPr rtl="0"/>
            <a:r>
              <a:rPr lang="es-ES" dirty="0"/>
              <a:t>Juego de la serpiente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Para crear el programa de la serpiente utilice:</a:t>
            </a:r>
          </a:p>
          <a:p>
            <a:pPr rtl="0"/>
            <a:r>
              <a:rPr lang="es-ES" dirty="0"/>
              <a:t>Funciones</a:t>
            </a:r>
          </a:p>
          <a:p>
            <a:pPr rtl="0"/>
            <a:r>
              <a:rPr lang="es-ES" dirty="0"/>
              <a:t>Listas</a:t>
            </a:r>
          </a:p>
          <a:p>
            <a:pPr rtl="0"/>
            <a:r>
              <a:rPr lang="es-ES" dirty="0"/>
              <a:t>Bucles</a:t>
            </a:r>
          </a:p>
          <a:p>
            <a:pPr rtl="0"/>
            <a:r>
              <a:rPr lang="es-ES" dirty="0"/>
              <a:t>Variables</a:t>
            </a:r>
          </a:p>
          <a:p>
            <a:pPr rtl="0"/>
            <a:r>
              <a:rPr lang="es-ES" dirty="0"/>
              <a:t>Importaciones</a:t>
            </a: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es-ES" dirty="0"/>
              <a:t>VARIABLES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03E1D7-ACFB-58E8-C649-1E791F518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C" dirty="0"/>
              <a:t> Las variables como se sabe son un cajón donde se guarda toda la información como las filas, columnas, comida, el cuerpo de la serpiente  direcciones y booleanos.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2A94CB-69D6-82F0-8AED-754EC91C8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120" y="2780928"/>
            <a:ext cx="8763759" cy="17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es-ES" dirty="0"/>
              <a:t>BUCLE FOR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9144000" cy="955303"/>
          </a:xfrm>
        </p:spPr>
        <p:txBody>
          <a:bodyPr rtlCol="0"/>
          <a:lstStyle/>
          <a:p>
            <a:pPr marL="0" indent="0" algn="just" rtl="0">
              <a:buNone/>
            </a:pPr>
            <a:r>
              <a:rPr lang="es-ES" dirty="0"/>
              <a:t>Los bucles utilizados en este ejercicios fueron el for y el while para realizar la reiteración de las variables. El bucle for lo utilice para crear las filas y columnas del juego y esto genero la creación del tablero las medidas.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5BEAE51-3AF1-07C0-A979-A5A694C91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92" y="3203034"/>
            <a:ext cx="11640616" cy="223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 rtlCol="0"/>
          <a:lstStyle/>
          <a:p>
            <a:pPr algn="ctr" rtl="0"/>
            <a:r>
              <a:rPr lang="es-ES" dirty="0"/>
              <a:t>BUCLE WHILE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819076-5139-FD0E-3DB7-A42A947FD2A9}"/>
              </a:ext>
            </a:extLst>
          </p:cNvPr>
          <p:cNvSpPr txBox="1"/>
          <p:nvPr/>
        </p:nvSpPr>
        <p:spPr>
          <a:xfrm>
            <a:off x="1847528" y="1340768"/>
            <a:ext cx="9073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dirty="0"/>
              <a:t>El bucle </a:t>
            </a:r>
            <a:r>
              <a:rPr lang="es-EC" dirty="0" err="1"/>
              <a:t>while</a:t>
            </a:r>
            <a:r>
              <a:rPr lang="es-EC" dirty="0"/>
              <a:t> en este juego es el motor de todo el programa porque se define aquí la repetición de comer y el aumento de tamaño, detecta los choques con la pared o el mismo cuerpo cuando ya este grande, muestra posiciones de comida y  de la serpiente.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24F4FE3-57F3-3C62-9828-557B7A53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8920"/>
            <a:ext cx="12192000" cy="31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1424" y="1916832"/>
            <a:ext cx="9144000" cy="936104"/>
          </a:xfrm>
        </p:spPr>
        <p:txBody>
          <a:bodyPr rtlCol="0">
            <a:noAutofit/>
          </a:bodyPr>
          <a:lstStyle/>
          <a:p>
            <a:pPr rtl="0"/>
            <a:r>
              <a:rPr lang="es-ES" sz="1800" dirty="0">
                <a:latin typeface="Candara" panose="020E0502030303020204" pitchFamily="34" charset="0"/>
              </a:rPr>
              <a:t>Las listas se crearon al momento de crear las filas y columnas las cuales fueron esenciales para la creación del tablero ya que sin el no podría desplazarse la serpiente, también las utilice para el direccionamiento utilizando los índices y para el cuerpo y movimiento de la serpiente.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415480" y="908720"/>
            <a:ext cx="9144000" cy="514449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2400" dirty="0"/>
              <a:t>LISTAS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0F1B42-AEAD-85D8-4574-F7D1DFBB6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00" y="3068445"/>
            <a:ext cx="5723116" cy="5563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C1923D-2B9C-4019-E893-D1D1D9FE2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472" y="4149080"/>
            <a:ext cx="8481795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rtl="0"/>
            <a:r>
              <a:rPr lang="es-ES" sz="3800" dirty="0"/>
              <a:t>FUNCIONES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923764" y="1604865"/>
            <a:ext cx="10344472" cy="840364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 dirty="0"/>
              <a:t>Las funciones son lo primordial en este como en cualquier proyecto porque distribuye en bloques el ejercicio como en esta caso y me facilita el codificar y ordeno todo en bloques de codificación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9BCF9D-D42B-E04D-B908-C786B1B4F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2590727"/>
            <a:ext cx="6424217" cy="167654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3AF2B69-32CD-89C1-B06A-5EC75110A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72" y="4581128"/>
            <a:ext cx="6408975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3472" y="-51640"/>
            <a:ext cx="9144000" cy="1143000"/>
          </a:xfrm>
        </p:spPr>
        <p:txBody>
          <a:bodyPr rtlCol="0"/>
          <a:lstStyle/>
          <a:p>
            <a:pPr algn="ctr" rtl="0"/>
            <a:r>
              <a:rPr lang="es-ES" dirty="0"/>
              <a:t>IMPORTACIONES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0EC5FA-ABAA-48B0-6A05-2D768F6A2FCB}"/>
              </a:ext>
            </a:extLst>
          </p:cNvPr>
          <p:cNvSpPr txBox="1"/>
          <p:nvPr/>
        </p:nvSpPr>
        <p:spPr>
          <a:xfrm>
            <a:off x="1199455" y="1574832"/>
            <a:ext cx="96490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Las importaciones se realizan para que el código sea mas limpio, me refiero a que solo tendré un py. solo con las llamadas de las funciones.</a:t>
            </a:r>
          </a:p>
          <a:p>
            <a:r>
              <a:rPr lang="es-EC" dirty="0"/>
              <a:t>Y en otro caso sirven también para importar librerías las cuales no tienen en Python porque sino seria un programa muy pesado y lento y como saben Python es uno de los lenguajes mas </a:t>
            </a:r>
            <a:r>
              <a:rPr lang="es-EC" dirty="0" err="1"/>
              <a:t>veratiles</a:t>
            </a:r>
            <a:r>
              <a:rPr lang="es-EC" dirty="0"/>
              <a:t> y fáciles de entender.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8957A7-2260-2949-D16F-2BE2277B4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10" y="3634840"/>
            <a:ext cx="9175275" cy="137171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F781EBE-1CC3-3192-2844-D34F4DE5EDB7}"/>
              </a:ext>
            </a:extLst>
          </p:cNvPr>
          <p:cNvSpPr txBox="1"/>
          <p:nvPr/>
        </p:nvSpPr>
        <p:spPr>
          <a:xfrm>
            <a:off x="1991544" y="5589240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Como se puede observar es el mismo programa de la culebra sin bucles, ni variables, ni códigos ultra largos </a:t>
            </a:r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B246155-3F87-D1AC-0371-D4E27581EC28}"/>
              </a:ext>
            </a:extLst>
          </p:cNvPr>
          <p:cNvSpPr txBox="1"/>
          <p:nvPr/>
        </p:nvSpPr>
        <p:spPr>
          <a:xfrm>
            <a:off x="1703512" y="343328"/>
            <a:ext cx="763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1"/>
                </a:solidFill>
              </a:rPr>
              <a:t>IMPORTACIONES</a:t>
            </a:r>
            <a:endParaRPr lang="es-EC" sz="2800" dirty="0">
              <a:solidFill>
                <a:schemeClr val="accent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924FD5-78AB-176A-52FE-AF8292F17772}"/>
              </a:ext>
            </a:extLst>
          </p:cNvPr>
          <p:cNvSpPr txBox="1"/>
          <p:nvPr/>
        </p:nvSpPr>
        <p:spPr>
          <a:xfrm>
            <a:off x="1199456" y="1052736"/>
            <a:ext cx="9073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C" dirty="0"/>
              <a:t>Las importaciones de librerías facilitan el uso de otra herramientas que tiene Python</a:t>
            </a:r>
          </a:p>
          <a:p>
            <a:pPr algn="just"/>
            <a:r>
              <a:rPr lang="es-EC" dirty="0"/>
              <a:t>Como Panda que sirve para el manejo y análisis de datos.</a:t>
            </a:r>
          </a:p>
          <a:p>
            <a:pPr algn="just"/>
            <a:r>
              <a:rPr lang="es-EC" dirty="0"/>
              <a:t>Random: Sirve para trabajar con ejercicios aleatorios.</a:t>
            </a:r>
          </a:p>
          <a:p>
            <a:pPr algn="just"/>
            <a:r>
              <a:rPr lang="es-EC" dirty="0"/>
              <a:t>Numpy: Sirve para trabajar con arrays.</a:t>
            </a:r>
          </a:p>
          <a:p>
            <a:pPr algn="just"/>
            <a:r>
              <a:rPr lang="es-EC" dirty="0"/>
              <a:t>Matplotlib: Sirve para crear diagramas de estadísticas.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6D387B2-B5A9-FF40-5515-E74FAE022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716252"/>
            <a:ext cx="7704856" cy="386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theme/theme1.xml><?xml version="1.0" encoding="utf-8"?>
<a:theme xmlns:a="http://schemas.openxmlformats.org/drawingml/2006/main" name="Equipo informático 16 × 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791_TF02901026_TF02901026.potx" id="{542403D4-CC65-4431-A4E3-55163509A0B1}" vid="{AF8CDC02-FD01-4345-AAA1-0E99693BFDBD}"/>
    </a:ext>
  </a:extLst>
</a:theme>
</file>

<file path=ppt/theme/theme2.xml><?xml version="1.0" encoding="utf-8"?>
<a:theme xmlns:a="http://schemas.openxmlformats.org/drawingml/2006/main" name="Tema de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098515-0C12-46CF-BC7C-69B4A13CD5FA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diseño de circuito tecnológico de empresa (panorámica)</Template>
  <TotalTime>49</TotalTime>
  <Words>393</Words>
  <Application>Microsoft Office PowerPoint</Application>
  <PresentationFormat>Panorámica</PresentationFormat>
  <Paragraphs>37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Candara</vt:lpstr>
      <vt:lpstr>Consolas</vt:lpstr>
      <vt:lpstr>Equipo informático 16 × 9</vt:lpstr>
      <vt:lpstr>EDDY MADRID</vt:lpstr>
      <vt:lpstr>Juego de la serpiente</vt:lpstr>
      <vt:lpstr>VARIABLES</vt:lpstr>
      <vt:lpstr>BUCLE FOR</vt:lpstr>
      <vt:lpstr>BUCLE WHILE</vt:lpstr>
      <vt:lpstr>Las listas se crearon al momento de crear las filas y columnas las cuales fueron esenciales para la creación del tablero ya que sin el no podría desplazarse la serpiente, también las utilice para el direccionamiento utilizando los índices y para el cuerpo y movimiento de la serpiente.</vt:lpstr>
      <vt:lpstr>FUNCIONES</vt:lpstr>
      <vt:lpstr>IMPORTACIONES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MADRID ROSERO EDDY</dc:creator>
  <cp:lastModifiedBy>MADRID ROSERO EDDY</cp:lastModifiedBy>
  <cp:revision>1</cp:revision>
  <dcterms:created xsi:type="dcterms:W3CDTF">2026-03-01T02:08:05Z</dcterms:created>
  <dcterms:modified xsi:type="dcterms:W3CDTF">2026-03-01T02:57:08Z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